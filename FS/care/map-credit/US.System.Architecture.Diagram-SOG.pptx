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75" r:id="rId2"/>
    <p:sldId id="256" r:id="rId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70"/>
    <p:restoredTop sz="94521"/>
  </p:normalViewPr>
  <p:slideViewPr>
    <p:cSldViewPr snapToGrid="0">
      <p:cViewPr varScale="1">
        <p:scale>
          <a:sx n="103" d="100"/>
          <a:sy n="103" d="100"/>
        </p:scale>
        <p:origin x="184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5B3AC-4007-F242-AA06-5757343EF8ED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679958-FCEF-3A4C-91ED-6650823E747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88986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79958-FCEF-3A4C-91ED-6650823E7472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84744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234CB-4857-DEB6-1D70-81A8FA80A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E4209-94BE-42CF-567A-2DDB55BAD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06BF0-27E6-D8D1-311E-3C7DA72B0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1251-277A-A371-2A31-A25225E07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92EE6-291C-741E-61C3-A4C2E40D6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5465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B62CA-6E42-3459-B4EC-D137DB8E8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4DB38-7C48-541D-AD68-FCA6E75BF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2049E-76C5-F035-3978-B993748EC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49346-3E66-54BE-15B5-C1BC5CA1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72711-3EC8-58DF-C81E-CDBE725B7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9484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13508-ECAC-7AF0-6039-3005E0A61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1EEF7-B2E2-4BE9-8E11-6BF9981EF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FADEF-D20E-BDEE-CB6D-00E74DC1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858AF-B771-FF1F-A92A-BA6C76138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40026-E568-47FA-E146-357B66BFF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57573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BAB1A-146E-37EE-0AC9-13A224FA3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87A93-7B2E-9F23-B74C-A0D02168F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241AA-3206-8D37-CDDF-CBC6EC3D9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16C85-9D06-C19F-9767-017DCDCE8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0F2B0-6D19-6362-FCDE-9EC092734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C1455-646C-838F-AF46-6F6CEBF0B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17405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2DD0-70F4-0B37-65F9-9BDB609B6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91BC5-B89D-9A7E-46AD-56485FBAF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22E7BA-117D-3214-FD09-EC5B9BAD3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AE5157-6B16-B41F-9169-3992FD14CF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B32B2C-06F6-380E-A131-6A3A7BAF20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039521-2E41-755C-F7C4-9EB064BDE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B8BA60-8C1C-E174-79E7-C2C7E7CB7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580F3-3A36-E6F4-3866-B7A388D97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2434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07BEA-5C8E-5278-2F92-8D34A7DB0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DEFADE-BE75-D994-9564-A2721D5B3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0A4A0C-63CC-D8E8-F9E0-3FCC20884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8A86C7-E806-8125-B1DC-643D7DC70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749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F5508D-347E-25BA-835B-CD0403133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182993-FEC2-D9E9-3224-9EB90F92A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08E0D-2568-7EE0-4002-FD5D8A76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7728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89452-910D-A0B1-5171-9456B8357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86482-BD13-12B3-7645-60BBF7757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9B50D-4414-CAAA-3527-05179968F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03E96E-491C-D5C3-2982-B3D814F57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FBCFD-EE48-FDDE-EF54-5206659E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CB090-BB9C-4104-8740-167893E1A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3772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5549-E21D-B1F1-8A0A-51066EE5B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CBDD71-7E63-778A-AC6C-DC3759F8B1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A003F-70B4-FDB0-3DDB-6F8737640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7846C-C12B-C5AC-D462-241C41642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C71C0-615E-4E97-3CF7-A686E09ED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575E1-BB05-B96B-7F9E-45D5D1017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30019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51BAF-DB92-D4A0-EBBB-A3B970B47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9DEDC-B26D-4682-6DF0-82DE4102E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CB74B-2580-ED05-9723-6276C1A5F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DBC6A-EA41-3037-5D3E-BD986AE8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F3EF1-776A-1B59-EB03-CE0613BB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86280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F8A9DB-6E10-9E87-C903-8B6925D21E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A3D16-E8FB-6205-4525-37B50DB4E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471D0-45BC-A2CF-1E83-C43180A02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5C126-F528-892C-41D8-49B317F3B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54DCA-F0A2-9789-106E-81A62BC70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6322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5807C-330D-079A-12FC-136EB3574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A801E-B7A6-3084-B32C-2C17E632C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AF4CA-00D8-5D8C-4C8B-0B6B019AF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8AFCFA-D9A3-8A4B-92C1-64424AB7F6D0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B20AA-22C6-B635-95E4-DF59DB408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EA94E-8FED-CEE2-90AC-98C7D56CF9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65180-5A17-2442-8371-7B20D960FB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9512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network diagram with a cloud&#10;&#10;AI-generated content may be incorrect.">
            <a:extLst>
              <a:ext uri="{FF2B5EF4-FFF2-40B4-BE49-F238E27FC236}">
                <a16:creationId xmlns:a16="http://schemas.microsoft.com/office/drawing/2014/main" id="{69B5E457-6D36-0E64-3450-D364B0B15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250" y="25659"/>
            <a:ext cx="8211500" cy="680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1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D29FB7-8F9C-7E83-F993-EF94214D7BF4}"/>
              </a:ext>
            </a:extLst>
          </p:cNvPr>
          <p:cNvSpPr/>
          <p:nvPr/>
        </p:nvSpPr>
        <p:spPr>
          <a:xfrm>
            <a:off x="1509540" y="306721"/>
            <a:ext cx="10443677" cy="6241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5" name="Picture 4" descr="A logo of a company&#10;&#10;Description automatically generated">
            <a:extLst>
              <a:ext uri="{FF2B5EF4-FFF2-40B4-BE49-F238E27FC236}">
                <a16:creationId xmlns:a16="http://schemas.microsoft.com/office/drawing/2014/main" id="{542CA43C-A8EB-9B70-9E74-20B085B4B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540" y="306721"/>
            <a:ext cx="504176" cy="345559"/>
          </a:xfrm>
          <a:prstGeom prst="rect">
            <a:avLst/>
          </a:prstGeom>
        </p:spPr>
      </p:pic>
      <p:pic>
        <p:nvPicPr>
          <p:cNvPr id="6" name="Picture 5" descr="A group of people with their faces&#10;&#10;Description automatically generated">
            <a:extLst>
              <a:ext uri="{FF2B5EF4-FFF2-40B4-BE49-F238E27FC236}">
                <a16:creationId xmlns:a16="http://schemas.microsoft.com/office/drawing/2014/main" id="{4F9CF1A5-5CD3-51F7-798C-9A58165DD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07" y="3254648"/>
            <a:ext cx="444476" cy="409076"/>
          </a:xfrm>
          <a:prstGeom prst="rect">
            <a:avLst/>
          </a:prstGeom>
        </p:spPr>
      </p:pic>
      <p:pic>
        <p:nvPicPr>
          <p:cNvPr id="7" name="Picture 6" descr="A group of people with their faces&#10;&#10;Description automatically generated">
            <a:extLst>
              <a:ext uri="{FF2B5EF4-FFF2-40B4-BE49-F238E27FC236}">
                <a16:creationId xmlns:a16="http://schemas.microsoft.com/office/drawing/2014/main" id="{0299465D-39E6-49F7-B379-F19E4E15D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847" y="4816009"/>
            <a:ext cx="444476" cy="4090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11A168-D5AA-A63F-2CD9-AE0F466AE086}"/>
              </a:ext>
            </a:extLst>
          </p:cNvPr>
          <p:cNvSpPr txBox="1"/>
          <p:nvPr/>
        </p:nvSpPr>
        <p:spPr>
          <a:xfrm>
            <a:off x="238783" y="3705050"/>
            <a:ext cx="497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User</a:t>
            </a:r>
            <a:endParaRPr lang="en-CN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775EDC-137F-56AD-F3AE-97389F649F55}"/>
              </a:ext>
            </a:extLst>
          </p:cNvPr>
          <p:cNvSpPr txBox="1"/>
          <p:nvPr/>
        </p:nvSpPr>
        <p:spPr>
          <a:xfrm>
            <a:off x="-50397" y="5266411"/>
            <a:ext cx="10543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Maintenance</a:t>
            </a:r>
            <a:endParaRPr lang="en-CN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4EA59B-C28D-0B46-7163-C5FF90C7A781}"/>
              </a:ext>
            </a:extLst>
          </p:cNvPr>
          <p:cNvSpPr txBox="1"/>
          <p:nvPr/>
        </p:nvSpPr>
        <p:spPr>
          <a:xfrm>
            <a:off x="2013716" y="364084"/>
            <a:ext cx="7473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AWS</a:t>
            </a:r>
            <a:r>
              <a:rPr lang="zh-CN" altLang="en-US" sz="900" dirty="0"/>
              <a:t> </a:t>
            </a:r>
            <a:r>
              <a:rPr lang="en-US" altLang="zh-CN" sz="900" dirty="0"/>
              <a:t>Cloud</a:t>
            </a:r>
            <a:endParaRPr lang="en-CN" sz="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3801E0-EEEA-ECCE-AD0B-6FD3EB9AD1F7}"/>
              </a:ext>
            </a:extLst>
          </p:cNvPr>
          <p:cNvSpPr/>
          <p:nvPr/>
        </p:nvSpPr>
        <p:spPr>
          <a:xfrm>
            <a:off x="2224301" y="652279"/>
            <a:ext cx="9570432" cy="5575801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7B2033-A0D7-C425-446D-3E65B968AD5B}"/>
              </a:ext>
            </a:extLst>
          </p:cNvPr>
          <p:cNvSpPr txBox="1"/>
          <p:nvPr/>
        </p:nvSpPr>
        <p:spPr>
          <a:xfrm>
            <a:off x="2585169" y="716008"/>
            <a:ext cx="5277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Region</a:t>
            </a:r>
            <a:endParaRPr lang="en-CN" sz="900" dirty="0"/>
          </a:p>
        </p:txBody>
      </p:sp>
      <p:pic>
        <p:nvPicPr>
          <p:cNvPr id="13" name="Picture 12" descr="A white flag on a blue background&#10;&#10;Description automatically generated">
            <a:extLst>
              <a:ext uri="{FF2B5EF4-FFF2-40B4-BE49-F238E27FC236}">
                <a16:creationId xmlns:a16="http://schemas.microsoft.com/office/drawing/2014/main" id="{EDC70CC2-1560-AC27-8E96-EA619C3E5C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4301" y="652279"/>
            <a:ext cx="358290" cy="3582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07624CB-64A8-79AF-C26C-2E870D09DC4E}"/>
              </a:ext>
            </a:extLst>
          </p:cNvPr>
          <p:cNvSpPr/>
          <p:nvPr/>
        </p:nvSpPr>
        <p:spPr>
          <a:xfrm>
            <a:off x="2791528" y="1010568"/>
            <a:ext cx="8849092" cy="490255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5" name="Picture 14" descr="A white line with a lock in the shape of a cloud&#10;&#10;Description automatically generated">
            <a:extLst>
              <a:ext uri="{FF2B5EF4-FFF2-40B4-BE49-F238E27FC236}">
                <a16:creationId xmlns:a16="http://schemas.microsoft.com/office/drawing/2014/main" id="{C8BD3269-4BC2-FB77-AB7A-269DAB967B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1528" y="1010568"/>
            <a:ext cx="485118" cy="35829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7FDF281-BA71-9BA1-009F-5842F40640D2}"/>
              </a:ext>
            </a:extLst>
          </p:cNvPr>
          <p:cNvSpPr txBox="1"/>
          <p:nvPr/>
        </p:nvSpPr>
        <p:spPr>
          <a:xfrm>
            <a:off x="3276646" y="1074297"/>
            <a:ext cx="4381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VPC</a:t>
            </a:r>
            <a:endParaRPr lang="en-CN" sz="9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18C74F-C46E-8D70-EDE9-2F7239325273}"/>
              </a:ext>
            </a:extLst>
          </p:cNvPr>
          <p:cNvSpPr/>
          <p:nvPr/>
        </p:nvSpPr>
        <p:spPr>
          <a:xfrm>
            <a:off x="5181095" y="1368856"/>
            <a:ext cx="4446455" cy="41886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BA30ED-36B2-46CC-F579-28B87FD085C4}"/>
              </a:ext>
            </a:extLst>
          </p:cNvPr>
          <p:cNvSpPr/>
          <p:nvPr/>
        </p:nvSpPr>
        <p:spPr>
          <a:xfrm>
            <a:off x="3683643" y="1368857"/>
            <a:ext cx="1357428" cy="4188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CAF584-8E7B-7DAA-784A-368B03DB82DB}"/>
              </a:ext>
            </a:extLst>
          </p:cNvPr>
          <p:cNvSpPr txBox="1"/>
          <p:nvPr/>
        </p:nvSpPr>
        <p:spPr>
          <a:xfrm>
            <a:off x="5181095" y="1368856"/>
            <a:ext cx="10045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Private</a:t>
            </a:r>
            <a:r>
              <a:rPr lang="zh-CN" altLang="en-US" sz="900" dirty="0"/>
              <a:t> </a:t>
            </a:r>
            <a:r>
              <a:rPr lang="en-US" altLang="zh-CN" sz="900" dirty="0"/>
              <a:t>Subnet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550AE4-F71E-56FE-2AF0-1E870B7518E0}"/>
              </a:ext>
            </a:extLst>
          </p:cNvPr>
          <p:cNvSpPr txBox="1"/>
          <p:nvPr/>
        </p:nvSpPr>
        <p:spPr>
          <a:xfrm>
            <a:off x="3683643" y="1368856"/>
            <a:ext cx="9680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Public</a:t>
            </a:r>
            <a:r>
              <a:rPr lang="zh-CN" altLang="en-US" sz="900" dirty="0"/>
              <a:t> </a:t>
            </a:r>
            <a:r>
              <a:rPr lang="en-US" altLang="zh-CN" sz="900" dirty="0"/>
              <a:t>Subnet</a:t>
            </a:r>
          </a:p>
        </p:txBody>
      </p:sp>
      <p:pic>
        <p:nvPicPr>
          <p:cNvPr id="21" name="Picture 20" descr="A logo of a company&#10;&#10;Description automatically generated">
            <a:extLst>
              <a:ext uri="{FF2B5EF4-FFF2-40B4-BE49-F238E27FC236}">
                <a16:creationId xmlns:a16="http://schemas.microsoft.com/office/drawing/2014/main" id="{6D12305D-E799-442F-104D-2DA04AE13A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6249" y="3185921"/>
            <a:ext cx="575332" cy="55999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45F125C-8975-7950-BD57-2B6153F428B1}"/>
              </a:ext>
            </a:extLst>
          </p:cNvPr>
          <p:cNvSpPr txBox="1"/>
          <p:nvPr/>
        </p:nvSpPr>
        <p:spPr>
          <a:xfrm>
            <a:off x="3927626" y="3745911"/>
            <a:ext cx="877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Network</a:t>
            </a:r>
            <a:r>
              <a:rPr lang="zh-CN" altLang="en-US" sz="900" dirty="0"/>
              <a:t> </a:t>
            </a:r>
            <a:r>
              <a:rPr lang="en-US" altLang="zh-CN" sz="900" dirty="0"/>
              <a:t>Load</a:t>
            </a:r>
          </a:p>
          <a:p>
            <a:pPr algn="ctr"/>
            <a:r>
              <a:rPr lang="en-US" altLang="zh-CN" sz="900" dirty="0"/>
              <a:t>Balancer</a:t>
            </a:r>
            <a:endParaRPr lang="en-CN" sz="900" dirty="0"/>
          </a:p>
        </p:txBody>
      </p:sp>
      <p:pic>
        <p:nvPicPr>
          <p:cNvPr id="23" name="Picture 22" descr="A close up of a logo&#10;&#10;Description automatically generated">
            <a:extLst>
              <a:ext uri="{FF2B5EF4-FFF2-40B4-BE49-F238E27FC236}">
                <a16:creationId xmlns:a16="http://schemas.microsoft.com/office/drawing/2014/main" id="{D4882EF1-CDF1-39F5-7480-1B5519E0AF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344" y="4838177"/>
            <a:ext cx="317763" cy="329532"/>
          </a:xfrm>
          <a:prstGeom prst="rect">
            <a:avLst/>
          </a:prstGeom>
        </p:spPr>
      </p:pic>
      <p:pic>
        <p:nvPicPr>
          <p:cNvPr id="24" name="Picture 23" descr="A logo of a globe and blue text&#10;&#10;Description automatically generated">
            <a:extLst>
              <a:ext uri="{FF2B5EF4-FFF2-40B4-BE49-F238E27FC236}">
                <a16:creationId xmlns:a16="http://schemas.microsoft.com/office/drawing/2014/main" id="{6755D2F3-A151-7BBA-18AD-D66C584F7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1930" y="3294420"/>
            <a:ext cx="424589" cy="329532"/>
          </a:xfrm>
          <a:prstGeom prst="rect">
            <a:avLst/>
          </a:prstGeom>
        </p:spPr>
      </p:pic>
      <p:pic>
        <p:nvPicPr>
          <p:cNvPr id="25" name="Picture 24" descr="A white outline on a purple background&#10;&#10;Description automatically generated">
            <a:extLst>
              <a:ext uri="{FF2B5EF4-FFF2-40B4-BE49-F238E27FC236}">
                <a16:creationId xmlns:a16="http://schemas.microsoft.com/office/drawing/2014/main" id="{7FEDC44C-5B47-8DDE-9E00-5FFF7D3002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2797" y="3296403"/>
            <a:ext cx="328483" cy="3220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77C8E4F-4C55-09FC-FE3B-E6950C375BAB}"/>
              </a:ext>
            </a:extLst>
          </p:cNvPr>
          <p:cNvSpPr txBox="1"/>
          <p:nvPr/>
        </p:nvSpPr>
        <p:spPr>
          <a:xfrm>
            <a:off x="1533490" y="3618445"/>
            <a:ext cx="6270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Route</a:t>
            </a:r>
            <a:r>
              <a:rPr lang="zh-CN" altLang="en-US" sz="900" dirty="0"/>
              <a:t> </a:t>
            </a:r>
            <a:r>
              <a:rPr lang="en-US" altLang="zh-CN" sz="900" dirty="0"/>
              <a:t>53</a:t>
            </a:r>
            <a:endParaRPr lang="en-CN" sz="900" dirty="0"/>
          </a:p>
        </p:txBody>
      </p:sp>
      <p:pic>
        <p:nvPicPr>
          <p:cNvPr id="28" name="Picture 27" descr="A group of orange cubes&#10;&#10;Description automatically generated">
            <a:extLst>
              <a:ext uri="{FF2B5EF4-FFF2-40B4-BE49-F238E27FC236}">
                <a16:creationId xmlns:a16="http://schemas.microsoft.com/office/drawing/2014/main" id="{A3A99F28-6EDC-A80A-58E5-811F639A02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60000" y="2554922"/>
            <a:ext cx="534340" cy="559990"/>
          </a:xfrm>
          <a:prstGeom prst="rect">
            <a:avLst/>
          </a:prstGeom>
        </p:spPr>
      </p:pic>
      <p:pic>
        <p:nvPicPr>
          <p:cNvPr id="29" name="Picture 28" descr="A group of orange cubes&#10;&#10;Description automatically generated">
            <a:extLst>
              <a:ext uri="{FF2B5EF4-FFF2-40B4-BE49-F238E27FC236}">
                <a16:creationId xmlns:a16="http://schemas.microsoft.com/office/drawing/2014/main" id="{E33BFF09-2F39-5CF3-9169-782B5CB35C9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62412" y="3675818"/>
            <a:ext cx="534340" cy="559990"/>
          </a:xfrm>
          <a:prstGeom prst="rect">
            <a:avLst/>
          </a:prstGeom>
        </p:spPr>
      </p:pic>
      <p:pic>
        <p:nvPicPr>
          <p:cNvPr id="30" name="Picture 29" descr="A group of orange cubes&#10;&#10;Description automatically generated">
            <a:extLst>
              <a:ext uri="{FF2B5EF4-FFF2-40B4-BE49-F238E27FC236}">
                <a16:creationId xmlns:a16="http://schemas.microsoft.com/office/drawing/2014/main" id="{5EF7FF2A-5A3B-5A52-3B16-9E1B570B1E8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0850" y="2554922"/>
            <a:ext cx="534340" cy="559990"/>
          </a:xfrm>
          <a:prstGeom prst="rect">
            <a:avLst/>
          </a:prstGeom>
        </p:spPr>
      </p:pic>
      <p:pic>
        <p:nvPicPr>
          <p:cNvPr id="31" name="Picture 30" descr="A group of orange cubes&#10;&#10;Description automatically generated">
            <a:extLst>
              <a:ext uri="{FF2B5EF4-FFF2-40B4-BE49-F238E27FC236}">
                <a16:creationId xmlns:a16="http://schemas.microsoft.com/office/drawing/2014/main" id="{D8829746-3962-B909-6D29-398AB6E9235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3262" y="3675818"/>
            <a:ext cx="534340" cy="559990"/>
          </a:xfrm>
          <a:prstGeom prst="rect">
            <a:avLst/>
          </a:prstGeom>
        </p:spPr>
      </p:pic>
      <p:pic>
        <p:nvPicPr>
          <p:cNvPr id="32" name="Picture 31" descr="A group of orange cubes&#10;&#10;Description automatically generated">
            <a:extLst>
              <a:ext uri="{FF2B5EF4-FFF2-40B4-BE49-F238E27FC236}">
                <a16:creationId xmlns:a16="http://schemas.microsoft.com/office/drawing/2014/main" id="{7288FD02-AE03-1426-9908-6FB7110B13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7053" y="2555365"/>
            <a:ext cx="534340" cy="559990"/>
          </a:xfrm>
          <a:prstGeom prst="rect">
            <a:avLst/>
          </a:prstGeom>
        </p:spPr>
      </p:pic>
      <p:pic>
        <p:nvPicPr>
          <p:cNvPr id="33" name="Picture 32" descr="A group of orange cubes&#10;&#10;Description automatically generated">
            <a:extLst>
              <a:ext uri="{FF2B5EF4-FFF2-40B4-BE49-F238E27FC236}">
                <a16:creationId xmlns:a16="http://schemas.microsoft.com/office/drawing/2014/main" id="{B1AF8839-6696-1458-87EF-E451059384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9465" y="3676261"/>
            <a:ext cx="534340" cy="559990"/>
          </a:xfrm>
          <a:prstGeom prst="rect">
            <a:avLst/>
          </a:prstGeom>
        </p:spPr>
      </p:pic>
      <p:pic>
        <p:nvPicPr>
          <p:cNvPr id="34" name="Picture 33" descr="A group of orange cubes&#10;&#10;Description automatically generated">
            <a:extLst>
              <a:ext uri="{FF2B5EF4-FFF2-40B4-BE49-F238E27FC236}">
                <a16:creationId xmlns:a16="http://schemas.microsoft.com/office/drawing/2014/main" id="{C02662A2-457E-89C1-3082-1772E355B79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41113" y="2283025"/>
            <a:ext cx="534340" cy="559990"/>
          </a:xfrm>
          <a:prstGeom prst="rect">
            <a:avLst/>
          </a:prstGeom>
        </p:spPr>
      </p:pic>
      <p:pic>
        <p:nvPicPr>
          <p:cNvPr id="35" name="Picture 34" descr="A group of orange cubes&#10;&#10;Description automatically generated">
            <a:extLst>
              <a:ext uri="{FF2B5EF4-FFF2-40B4-BE49-F238E27FC236}">
                <a16:creationId xmlns:a16="http://schemas.microsoft.com/office/drawing/2014/main" id="{00085640-4F0A-506F-2AFB-672E15B924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43525" y="3137246"/>
            <a:ext cx="534340" cy="559990"/>
          </a:xfrm>
          <a:prstGeom prst="rect">
            <a:avLst/>
          </a:prstGeom>
        </p:spPr>
      </p:pic>
      <p:pic>
        <p:nvPicPr>
          <p:cNvPr id="36" name="Picture 35" descr="A group of orange cubes&#10;&#10;Description automatically generated">
            <a:extLst>
              <a:ext uri="{FF2B5EF4-FFF2-40B4-BE49-F238E27FC236}">
                <a16:creationId xmlns:a16="http://schemas.microsoft.com/office/drawing/2014/main" id="{92D6DA96-3B86-FFEF-C541-F91EE193D6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41113" y="3991467"/>
            <a:ext cx="534340" cy="559990"/>
          </a:xfrm>
          <a:prstGeom prst="rect">
            <a:avLst/>
          </a:prstGeom>
        </p:spPr>
      </p:pic>
      <p:pic>
        <p:nvPicPr>
          <p:cNvPr id="37" name="Picture 36" descr="A group of orange cubes&#10;&#10;Description automatically generated">
            <a:extLst>
              <a:ext uri="{FF2B5EF4-FFF2-40B4-BE49-F238E27FC236}">
                <a16:creationId xmlns:a16="http://schemas.microsoft.com/office/drawing/2014/main" id="{E0572425-80C5-8DCB-D03D-78D3A4C1BA4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3330" y="1550744"/>
            <a:ext cx="534340" cy="559990"/>
          </a:xfrm>
          <a:prstGeom prst="rect">
            <a:avLst/>
          </a:prstGeom>
        </p:spPr>
      </p:pic>
      <p:pic>
        <p:nvPicPr>
          <p:cNvPr id="38" name="Picture 37" descr="A group of orange cubes&#10;&#10;Description automatically generated">
            <a:extLst>
              <a:ext uri="{FF2B5EF4-FFF2-40B4-BE49-F238E27FC236}">
                <a16:creationId xmlns:a16="http://schemas.microsoft.com/office/drawing/2014/main" id="{BDF734E6-5BF2-E15F-4190-7BB12EC1CD0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2002" y="1551187"/>
            <a:ext cx="534340" cy="559990"/>
          </a:xfrm>
          <a:prstGeom prst="rect">
            <a:avLst/>
          </a:prstGeom>
        </p:spPr>
      </p:pic>
      <p:pic>
        <p:nvPicPr>
          <p:cNvPr id="39" name="Picture 38" descr="A group of orange cubes&#10;&#10;Description automatically generated">
            <a:extLst>
              <a:ext uri="{FF2B5EF4-FFF2-40B4-BE49-F238E27FC236}">
                <a16:creationId xmlns:a16="http://schemas.microsoft.com/office/drawing/2014/main" id="{CE0D8C64-39F8-590D-D736-8D0CB0F8D3F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46135" y="4728622"/>
            <a:ext cx="534340" cy="55999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E2CF3EC-3F3D-36AF-8ABA-74EA78BB1ACD}"/>
              </a:ext>
            </a:extLst>
          </p:cNvPr>
          <p:cNvSpPr txBox="1"/>
          <p:nvPr/>
        </p:nvSpPr>
        <p:spPr>
          <a:xfrm>
            <a:off x="6508364" y="3109393"/>
            <a:ext cx="8386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altLang="zh-CN" sz="900" dirty="0"/>
              <a:t>Web</a:t>
            </a:r>
            <a:r>
              <a:rPr lang="zh-CN" altLang="en-US" sz="900" dirty="0"/>
              <a:t> </a:t>
            </a:r>
            <a:r>
              <a:rPr lang="en-US" altLang="zh-CN" sz="900" dirty="0"/>
              <a:t>Server</a:t>
            </a:r>
            <a:r>
              <a:rPr lang="zh-CN" altLang="en-US" sz="900" dirty="0"/>
              <a:t> </a:t>
            </a:r>
            <a:r>
              <a:rPr lang="en-US" altLang="zh-CN" sz="900" dirty="0"/>
              <a:t>1</a:t>
            </a:r>
            <a:endParaRPr lang="en-CN" sz="9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FB37E2-AE4F-DBB6-6860-4B69913F8DCA}"/>
              </a:ext>
            </a:extLst>
          </p:cNvPr>
          <p:cNvSpPr txBox="1"/>
          <p:nvPr/>
        </p:nvSpPr>
        <p:spPr>
          <a:xfrm>
            <a:off x="6508364" y="4240637"/>
            <a:ext cx="8386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altLang="zh-CN" sz="900" dirty="0"/>
              <a:t>Web</a:t>
            </a:r>
            <a:r>
              <a:rPr lang="zh-CN" altLang="en-US" sz="900" dirty="0"/>
              <a:t> </a:t>
            </a:r>
            <a:r>
              <a:rPr lang="en-US" altLang="zh-CN" sz="900" dirty="0"/>
              <a:t>Server</a:t>
            </a:r>
            <a:r>
              <a:rPr lang="zh-CN" altLang="en-US" sz="900" dirty="0"/>
              <a:t> </a:t>
            </a:r>
            <a:r>
              <a:rPr lang="en-US" altLang="zh-CN" sz="900" dirty="0"/>
              <a:t>2</a:t>
            </a:r>
            <a:endParaRPr lang="en-CN" sz="9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48FB0B-4DF1-A93F-1E28-B6257340E4E7}"/>
              </a:ext>
            </a:extLst>
          </p:cNvPr>
          <p:cNvSpPr txBox="1"/>
          <p:nvPr/>
        </p:nvSpPr>
        <p:spPr>
          <a:xfrm>
            <a:off x="5439726" y="3124572"/>
            <a:ext cx="5501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Nginx</a:t>
            </a:r>
            <a:r>
              <a:rPr lang="zh-CN" altLang="en-US" sz="900" dirty="0"/>
              <a:t> </a:t>
            </a:r>
            <a:r>
              <a:rPr lang="en-US" altLang="zh-CN" sz="900" dirty="0"/>
              <a:t>1</a:t>
            </a:r>
            <a:endParaRPr lang="en-CN" sz="9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B6059B-C6EE-E807-BD87-62C0C5507975}"/>
              </a:ext>
            </a:extLst>
          </p:cNvPr>
          <p:cNvSpPr txBox="1"/>
          <p:nvPr/>
        </p:nvSpPr>
        <p:spPr>
          <a:xfrm>
            <a:off x="5439725" y="4235808"/>
            <a:ext cx="5501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Nginx</a:t>
            </a:r>
            <a:r>
              <a:rPr lang="zh-CN" altLang="en-US" sz="900" dirty="0"/>
              <a:t> </a:t>
            </a:r>
            <a:r>
              <a:rPr lang="en-US" altLang="zh-CN" sz="900" dirty="0"/>
              <a:t>2</a:t>
            </a:r>
            <a:endParaRPr lang="en-CN" sz="9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2346F9-50BB-87D6-ED54-D475507B4CAF}"/>
              </a:ext>
            </a:extLst>
          </p:cNvPr>
          <p:cNvSpPr txBox="1"/>
          <p:nvPr/>
        </p:nvSpPr>
        <p:spPr>
          <a:xfrm>
            <a:off x="7765019" y="4235808"/>
            <a:ext cx="5485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Redis</a:t>
            </a:r>
            <a:r>
              <a:rPr lang="zh-CN" altLang="en-US" sz="900" dirty="0"/>
              <a:t> </a:t>
            </a:r>
            <a:r>
              <a:rPr lang="en-US" altLang="zh-CN" sz="900" dirty="0"/>
              <a:t>2</a:t>
            </a:r>
            <a:endParaRPr lang="en-CN" sz="9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BB3516-9EF1-1DF4-D168-35FA7EFB023C}"/>
              </a:ext>
            </a:extLst>
          </p:cNvPr>
          <p:cNvSpPr txBox="1"/>
          <p:nvPr/>
        </p:nvSpPr>
        <p:spPr>
          <a:xfrm>
            <a:off x="7765019" y="3115772"/>
            <a:ext cx="5485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Redis</a:t>
            </a:r>
            <a:r>
              <a:rPr lang="zh-CN" altLang="en-US" sz="900" dirty="0"/>
              <a:t> </a:t>
            </a:r>
            <a:r>
              <a:rPr lang="en-US" altLang="zh-CN" sz="900" dirty="0"/>
              <a:t>1</a:t>
            </a:r>
            <a:endParaRPr lang="en-CN" sz="9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00908E-CAD0-BB2B-14DA-C1D2EA392D39}"/>
              </a:ext>
            </a:extLst>
          </p:cNvPr>
          <p:cNvSpPr txBox="1"/>
          <p:nvPr/>
        </p:nvSpPr>
        <p:spPr>
          <a:xfrm>
            <a:off x="7154873" y="5288782"/>
            <a:ext cx="7168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Job</a:t>
            </a:r>
            <a:r>
              <a:rPr lang="zh-CN" altLang="en-US" sz="900" dirty="0"/>
              <a:t> </a:t>
            </a:r>
            <a:r>
              <a:rPr lang="en-US" altLang="zh-CN" sz="900" dirty="0"/>
              <a:t>Server</a:t>
            </a:r>
            <a:endParaRPr lang="en-CN" sz="9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D21E08B-BF7C-C936-BB84-570DB7F8DD82}"/>
              </a:ext>
            </a:extLst>
          </p:cNvPr>
          <p:cNvSpPr txBox="1"/>
          <p:nvPr/>
        </p:nvSpPr>
        <p:spPr>
          <a:xfrm>
            <a:off x="6892750" y="2113075"/>
            <a:ext cx="4154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AD</a:t>
            </a:r>
            <a:r>
              <a:rPr lang="zh-CN" altLang="en-US" sz="900" dirty="0"/>
              <a:t> </a:t>
            </a:r>
            <a:r>
              <a:rPr lang="en-US" altLang="zh-CN" sz="900" dirty="0"/>
              <a:t>1</a:t>
            </a:r>
            <a:endParaRPr lang="en-CN" sz="9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67664D-4012-3914-D4EC-5EA73585F7D1}"/>
              </a:ext>
            </a:extLst>
          </p:cNvPr>
          <p:cNvSpPr txBox="1"/>
          <p:nvPr/>
        </p:nvSpPr>
        <p:spPr>
          <a:xfrm>
            <a:off x="7681423" y="2106580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AD</a:t>
            </a:r>
            <a:r>
              <a:rPr lang="zh-CN" altLang="en-US" sz="900" dirty="0"/>
              <a:t> </a:t>
            </a:r>
            <a:r>
              <a:rPr lang="en-US" altLang="zh-CN" sz="900" dirty="0"/>
              <a:t>2</a:t>
            </a:r>
            <a:endParaRPr lang="en-CN" sz="9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19BC5C-8C70-006E-F1D4-24D856BB3C92}"/>
              </a:ext>
            </a:extLst>
          </p:cNvPr>
          <p:cNvSpPr txBox="1"/>
          <p:nvPr/>
        </p:nvSpPr>
        <p:spPr>
          <a:xfrm>
            <a:off x="8605048" y="2834499"/>
            <a:ext cx="8194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altLang="zh-CN" sz="900" dirty="0"/>
              <a:t>SQL</a:t>
            </a:r>
            <a:r>
              <a:rPr lang="zh-CN" altLang="en-US" sz="900" dirty="0"/>
              <a:t> </a:t>
            </a:r>
            <a:r>
              <a:rPr lang="en-US" altLang="zh-CN" sz="900" dirty="0"/>
              <a:t>Server</a:t>
            </a:r>
            <a:r>
              <a:rPr lang="zh-CN" altLang="en-US" sz="900" dirty="0"/>
              <a:t> </a:t>
            </a:r>
            <a:r>
              <a:rPr lang="en-US" altLang="zh-CN" sz="900" dirty="0"/>
              <a:t>1</a:t>
            </a:r>
            <a:endParaRPr lang="en-CN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0F1E9D-9797-1FA8-FD2A-EF916AD3767E}"/>
              </a:ext>
            </a:extLst>
          </p:cNvPr>
          <p:cNvSpPr txBox="1"/>
          <p:nvPr/>
        </p:nvSpPr>
        <p:spPr>
          <a:xfrm>
            <a:off x="8598555" y="3696907"/>
            <a:ext cx="8194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altLang="zh-CN" sz="900" dirty="0"/>
              <a:t>SQL</a:t>
            </a:r>
            <a:r>
              <a:rPr lang="zh-CN" altLang="en-US" sz="900" dirty="0"/>
              <a:t> </a:t>
            </a:r>
            <a:r>
              <a:rPr lang="en-US" altLang="zh-CN" sz="900" dirty="0"/>
              <a:t>Server</a:t>
            </a:r>
            <a:r>
              <a:rPr lang="zh-CN" altLang="en-US" sz="900" dirty="0"/>
              <a:t> </a:t>
            </a:r>
            <a:r>
              <a:rPr lang="en-US" altLang="zh-CN" sz="900" dirty="0"/>
              <a:t>2</a:t>
            </a:r>
            <a:endParaRPr lang="en-CN" sz="9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F588C8E-8042-AF69-378B-F051E08F9B76}"/>
              </a:ext>
            </a:extLst>
          </p:cNvPr>
          <p:cNvSpPr txBox="1"/>
          <p:nvPr/>
        </p:nvSpPr>
        <p:spPr>
          <a:xfrm>
            <a:off x="8611000" y="4551457"/>
            <a:ext cx="8194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altLang="zh-CN" sz="900" dirty="0"/>
              <a:t>SQL</a:t>
            </a:r>
            <a:r>
              <a:rPr lang="zh-CN" altLang="en-US" sz="900" dirty="0"/>
              <a:t> </a:t>
            </a:r>
            <a:r>
              <a:rPr lang="en-US" altLang="zh-CN" sz="900" dirty="0"/>
              <a:t>Server</a:t>
            </a:r>
            <a:r>
              <a:rPr lang="zh-CN" altLang="en-US" sz="900" dirty="0"/>
              <a:t> </a:t>
            </a:r>
            <a:r>
              <a:rPr lang="en-US" altLang="zh-CN" sz="900" dirty="0"/>
              <a:t>3</a:t>
            </a:r>
            <a:endParaRPr lang="en-CN" sz="9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EDE33A6-48C0-0718-0FEA-8817FAC38BD4}"/>
              </a:ext>
            </a:extLst>
          </p:cNvPr>
          <p:cNvSpPr/>
          <p:nvPr/>
        </p:nvSpPr>
        <p:spPr>
          <a:xfrm>
            <a:off x="5389060" y="2477370"/>
            <a:ext cx="683442" cy="1984820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184D6F6-9A29-2FC3-6D6A-33C12E8C6B6B}"/>
              </a:ext>
            </a:extLst>
          </p:cNvPr>
          <p:cNvSpPr/>
          <p:nvPr/>
        </p:nvSpPr>
        <p:spPr>
          <a:xfrm>
            <a:off x="6556199" y="2486649"/>
            <a:ext cx="738288" cy="1984820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43D5B37-0909-8134-8DD3-9B2AC0C70CC5}"/>
              </a:ext>
            </a:extLst>
          </p:cNvPr>
          <p:cNvSpPr/>
          <p:nvPr/>
        </p:nvSpPr>
        <p:spPr>
          <a:xfrm>
            <a:off x="7697571" y="2491352"/>
            <a:ext cx="683442" cy="1984820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0BB6510-DB88-5368-595F-46BE91A9D58A}"/>
              </a:ext>
            </a:extLst>
          </p:cNvPr>
          <p:cNvSpPr/>
          <p:nvPr/>
        </p:nvSpPr>
        <p:spPr>
          <a:xfrm>
            <a:off x="8645335" y="2214927"/>
            <a:ext cx="738288" cy="2549890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BED04FC-9405-23E3-AB46-EC4D43BC933B}"/>
              </a:ext>
            </a:extLst>
          </p:cNvPr>
          <p:cNvSpPr/>
          <p:nvPr/>
        </p:nvSpPr>
        <p:spPr>
          <a:xfrm>
            <a:off x="6753870" y="1489612"/>
            <a:ext cx="1476925" cy="810885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59" name="Picture 58" descr="A green and white logo&#10;&#10;Description automatically generated">
            <a:extLst>
              <a:ext uri="{FF2B5EF4-FFF2-40B4-BE49-F238E27FC236}">
                <a16:creationId xmlns:a16="http://schemas.microsoft.com/office/drawing/2014/main" id="{CD640B36-1528-DACC-4AD1-8E58990AC2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26163" y="3304058"/>
            <a:ext cx="409262" cy="393720"/>
          </a:xfrm>
          <a:prstGeom prst="rect">
            <a:avLst/>
          </a:prstGeom>
        </p:spPr>
      </p:pic>
      <p:pic>
        <p:nvPicPr>
          <p:cNvPr id="61" name="Picture 60" descr="A red cubes with white shadows&#10;&#10;Description automatically generated with medium confidence">
            <a:extLst>
              <a:ext uri="{FF2B5EF4-FFF2-40B4-BE49-F238E27FC236}">
                <a16:creationId xmlns:a16="http://schemas.microsoft.com/office/drawing/2014/main" id="{8CAA0FE4-81BD-FA6E-1E77-D6F966EDD2C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23356" y="3257748"/>
            <a:ext cx="472294" cy="497824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892879F4-8FDD-F97A-6776-5BB96424F881}"/>
              </a:ext>
            </a:extLst>
          </p:cNvPr>
          <p:cNvSpPr txBox="1"/>
          <p:nvPr/>
        </p:nvSpPr>
        <p:spPr>
          <a:xfrm>
            <a:off x="10051498" y="3697778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 err="1"/>
              <a:t>FSx</a:t>
            </a:r>
            <a:endParaRPr lang="en-CN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532B074-868D-3995-DA0B-C3FE49556886}"/>
              </a:ext>
            </a:extLst>
          </p:cNvPr>
          <p:cNvSpPr txBox="1"/>
          <p:nvPr/>
        </p:nvSpPr>
        <p:spPr>
          <a:xfrm>
            <a:off x="10909199" y="3754932"/>
            <a:ext cx="3113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S3</a:t>
            </a:r>
            <a:endParaRPr lang="en-CN" sz="900" dirty="0"/>
          </a:p>
        </p:txBody>
      </p:sp>
      <p:pic>
        <p:nvPicPr>
          <p:cNvPr id="64" name="Picture 63" descr="A white arrows in a circle&#10;&#10;Description automatically generated">
            <a:extLst>
              <a:ext uri="{FF2B5EF4-FFF2-40B4-BE49-F238E27FC236}">
                <a16:creationId xmlns:a16="http://schemas.microsoft.com/office/drawing/2014/main" id="{E1E8DD85-A0EB-393A-1D04-FA8AEAC8CF0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05745" y="1791704"/>
            <a:ext cx="374287" cy="370174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C31E07DA-67BE-DAEF-B0C2-9D6FD60811AE}"/>
              </a:ext>
            </a:extLst>
          </p:cNvPr>
          <p:cNvSpPr txBox="1"/>
          <p:nvPr/>
        </p:nvSpPr>
        <p:spPr>
          <a:xfrm>
            <a:off x="2253031" y="2161878"/>
            <a:ext cx="10667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Internet</a:t>
            </a:r>
            <a:r>
              <a:rPr lang="zh-CN" altLang="en-US" sz="900" dirty="0"/>
              <a:t> </a:t>
            </a:r>
            <a:r>
              <a:rPr lang="en-US" altLang="zh-CN" sz="900" dirty="0"/>
              <a:t>Gateway</a:t>
            </a:r>
            <a:endParaRPr lang="en-CN" sz="900" dirty="0"/>
          </a:p>
        </p:txBody>
      </p:sp>
      <p:pic>
        <p:nvPicPr>
          <p:cNvPr id="67" name="Picture 66" descr="A white arrows in a circle&#10;&#10;Description automatically generated">
            <a:extLst>
              <a:ext uri="{FF2B5EF4-FFF2-40B4-BE49-F238E27FC236}">
                <a16:creationId xmlns:a16="http://schemas.microsoft.com/office/drawing/2014/main" id="{64E882F7-1B99-1123-0829-EF170B6035D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36838" y="4323012"/>
            <a:ext cx="445921" cy="417152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E1FB8BA3-C0F8-21C8-A81D-00CF852C0BD5}"/>
              </a:ext>
            </a:extLst>
          </p:cNvPr>
          <p:cNvSpPr txBox="1"/>
          <p:nvPr/>
        </p:nvSpPr>
        <p:spPr>
          <a:xfrm>
            <a:off x="3834795" y="4752091"/>
            <a:ext cx="10667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NAT</a:t>
            </a:r>
            <a:r>
              <a:rPr lang="zh-CN" altLang="en-US" sz="900" dirty="0"/>
              <a:t> </a:t>
            </a:r>
            <a:r>
              <a:rPr lang="en-US" altLang="zh-CN" sz="900" dirty="0"/>
              <a:t>Gateway</a:t>
            </a:r>
            <a:endParaRPr lang="en-CN" sz="900" dirty="0"/>
          </a:p>
        </p:txBody>
      </p:sp>
      <p:pic>
        <p:nvPicPr>
          <p:cNvPr id="69" name="Picture 68" descr="A symbol of a person&#10;&#10;Description automatically generated">
            <a:extLst>
              <a:ext uri="{FF2B5EF4-FFF2-40B4-BE49-F238E27FC236}">
                <a16:creationId xmlns:a16="http://schemas.microsoft.com/office/drawing/2014/main" id="{7019DE5B-F9DB-611D-FFE2-8A18A74A4CC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4210836" y="5005487"/>
            <a:ext cx="314666" cy="263451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920ADB86-B802-AF57-09D4-B48E324F6049}"/>
              </a:ext>
            </a:extLst>
          </p:cNvPr>
          <p:cNvSpPr txBox="1"/>
          <p:nvPr/>
        </p:nvSpPr>
        <p:spPr>
          <a:xfrm>
            <a:off x="4046606" y="5298347"/>
            <a:ext cx="6431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Elastic IP</a:t>
            </a:r>
            <a:endParaRPr lang="en-CN" sz="9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7F63782-4BEF-34B9-1DAE-E0507D3C8B4A}"/>
              </a:ext>
            </a:extLst>
          </p:cNvPr>
          <p:cNvSpPr/>
          <p:nvPr/>
        </p:nvSpPr>
        <p:spPr>
          <a:xfrm>
            <a:off x="3980132" y="4239925"/>
            <a:ext cx="771312" cy="1289254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73" name="Picture 72" descr="A orange circle with arrows pointing to the center&#10;&#10;Description automatically generated">
            <a:extLst>
              <a:ext uri="{FF2B5EF4-FFF2-40B4-BE49-F238E27FC236}">
                <a16:creationId xmlns:a16="http://schemas.microsoft.com/office/drawing/2014/main" id="{635D683D-CE65-6D27-A6F9-D20828BC264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43024" y="4773993"/>
            <a:ext cx="409515" cy="405015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E6A2D2E2-7DC2-9C6A-E008-7940CC28D62D}"/>
              </a:ext>
            </a:extLst>
          </p:cNvPr>
          <p:cNvSpPr txBox="1"/>
          <p:nvPr/>
        </p:nvSpPr>
        <p:spPr>
          <a:xfrm>
            <a:off x="5214407" y="5183458"/>
            <a:ext cx="1066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Private</a:t>
            </a:r>
            <a:r>
              <a:rPr lang="zh-CN" altLang="en-US" sz="900" dirty="0"/>
              <a:t> </a:t>
            </a:r>
            <a:r>
              <a:rPr lang="en-US" altLang="zh-CN" sz="900" dirty="0"/>
              <a:t>Router</a:t>
            </a:r>
          </a:p>
          <a:p>
            <a:pPr algn="ctr"/>
            <a:r>
              <a:rPr lang="en-US" altLang="zh-CN" sz="900" dirty="0"/>
              <a:t>Table</a:t>
            </a:r>
            <a:endParaRPr lang="en-CN" sz="900" dirty="0"/>
          </a:p>
        </p:txBody>
      </p:sp>
      <p:pic>
        <p:nvPicPr>
          <p:cNvPr id="75" name="Picture 74" descr="A orange circle with arrows pointing to the center&#10;&#10;Description automatically generated">
            <a:extLst>
              <a:ext uri="{FF2B5EF4-FFF2-40B4-BE49-F238E27FC236}">
                <a16:creationId xmlns:a16="http://schemas.microsoft.com/office/drawing/2014/main" id="{3367DCC9-FABF-D678-82FC-74728854358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41505" y="1778396"/>
            <a:ext cx="409515" cy="405015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AE960918-B101-53E0-F67E-F3F5796F00BC}"/>
              </a:ext>
            </a:extLst>
          </p:cNvPr>
          <p:cNvSpPr txBox="1"/>
          <p:nvPr/>
        </p:nvSpPr>
        <p:spPr>
          <a:xfrm>
            <a:off x="3911912" y="2177453"/>
            <a:ext cx="87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Public</a:t>
            </a:r>
            <a:r>
              <a:rPr lang="zh-CN" altLang="en-US" sz="900" dirty="0"/>
              <a:t> </a:t>
            </a:r>
            <a:r>
              <a:rPr lang="en-US" altLang="zh-CN" sz="900" dirty="0"/>
              <a:t>Router</a:t>
            </a:r>
          </a:p>
          <a:p>
            <a:pPr algn="ctr"/>
            <a:r>
              <a:rPr lang="en-US" altLang="zh-CN" sz="900" dirty="0"/>
              <a:t>Table</a:t>
            </a:r>
            <a:endParaRPr lang="en-CN" sz="900" dirty="0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D7E0F96-D079-39D6-517F-1C23F631FCEE}"/>
              </a:ext>
            </a:extLst>
          </p:cNvPr>
          <p:cNvCxnSpPr>
            <a:stCxn id="75" idx="1"/>
            <a:endCxn id="64" idx="3"/>
          </p:cNvCxnSpPr>
          <p:nvPr/>
        </p:nvCxnSpPr>
        <p:spPr>
          <a:xfrm flipH="1" flipV="1">
            <a:off x="2980032" y="1976791"/>
            <a:ext cx="1161473" cy="41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0614726-A23B-1987-5257-7FC2BAB3E07F}"/>
              </a:ext>
            </a:extLst>
          </p:cNvPr>
          <p:cNvCxnSpPr>
            <a:cxnSpLocks/>
            <a:stCxn id="73" idx="1"/>
          </p:cNvCxnSpPr>
          <p:nvPr/>
        </p:nvCxnSpPr>
        <p:spPr>
          <a:xfrm flipH="1" flipV="1">
            <a:off x="4766555" y="4968602"/>
            <a:ext cx="776469" cy="78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" name="Picture 80" descr="A white outline of a cloud and a magnifying glass&#10;&#10;Description automatically generated">
            <a:extLst>
              <a:ext uri="{FF2B5EF4-FFF2-40B4-BE49-F238E27FC236}">
                <a16:creationId xmlns:a16="http://schemas.microsoft.com/office/drawing/2014/main" id="{F698A72F-A63D-23F6-2EAC-34F43964ACB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81215" y="362378"/>
            <a:ext cx="250780" cy="230832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EEBDB79E-B4ED-A4AB-9C3E-7E29A2814632}"/>
              </a:ext>
            </a:extLst>
          </p:cNvPr>
          <p:cNvSpPr txBox="1"/>
          <p:nvPr/>
        </p:nvSpPr>
        <p:spPr>
          <a:xfrm>
            <a:off x="5631995" y="364084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CloudWatch</a:t>
            </a:r>
            <a:endParaRPr lang="en-CN" sz="900" dirty="0"/>
          </a:p>
        </p:txBody>
      </p:sp>
      <p:pic>
        <p:nvPicPr>
          <p:cNvPr id="3" name="Picture 2" descr="A black apple with a bite taken out of it&#10;&#10;Description automatically generated">
            <a:extLst>
              <a:ext uri="{FF2B5EF4-FFF2-40B4-BE49-F238E27FC236}">
                <a16:creationId xmlns:a16="http://schemas.microsoft.com/office/drawing/2014/main" id="{1377BBEA-491E-E6F4-CFB3-325BA39BFBF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4254" y="1766608"/>
            <a:ext cx="443942" cy="41575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F21D232-5719-352D-8662-35144DD3CAFD}"/>
              </a:ext>
            </a:extLst>
          </p:cNvPr>
          <p:cNvSpPr txBox="1"/>
          <p:nvPr/>
        </p:nvSpPr>
        <p:spPr>
          <a:xfrm>
            <a:off x="202923" y="2182364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Apple</a:t>
            </a:r>
            <a:endParaRPr lang="en-CN" sz="1200" dirty="0"/>
          </a:p>
        </p:txBody>
      </p:sp>
      <p:pic>
        <p:nvPicPr>
          <p:cNvPr id="58" name="Picture 57" descr="A black and white logo with a cloud and gears&#10;&#10;Description automatically generated">
            <a:extLst>
              <a:ext uri="{FF2B5EF4-FFF2-40B4-BE49-F238E27FC236}">
                <a16:creationId xmlns:a16="http://schemas.microsoft.com/office/drawing/2014/main" id="{843283BA-8C8A-B580-C2F5-8E056CC5C0B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1638" y="1761451"/>
            <a:ext cx="420068" cy="426069"/>
          </a:xfrm>
          <a:prstGeom prst="rect">
            <a:avLst/>
          </a:prstGeom>
        </p:spPr>
      </p:pic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F4BFE2E0-F26D-1877-0BBD-5DA401D475E5}"/>
              </a:ext>
            </a:extLst>
          </p:cNvPr>
          <p:cNvCxnSpPr>
            <a:cxnSpLocks/>
            <a:stCxn id="58" idx="3"/>
            <a:endCxn id="25" idx="1"/>
          </p:cNvCxnSpPr>
          <p:nvPr/>
        </p:nvCxnSpPr>
        <p:spPr>
          <a:xfrm>
            <a:off x="1291706" y="1974486"/>
            <a:ext cx="391091" cy="1482938"/>
          </a:xfrm>
          <a:prstGeom prst="bentConnector3">
            <a:avLst>
              <a:gd name="adj1" fmla="val 31781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E94C239-09AE-D2B6-1F8C-3BD9ACDCF845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 flipV="1">
            <a:off x="1296519" y="3457424"/>
            <a:ext cx="386278" cy="17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Elbow Connector 84">
            <a:extLst>
              <a:ext uri="{FF2B5EF4-FFF2-40B4-BE49-F238E27FC236}">
                <a16:creationId xmlns:a16="http://schemas.microsoft.com/office/drawing/2014/main" id="{775F69EF-8503-99C8-450C-71A7654626EA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 flipV="1">
            <a:off x="1243107" y="3457424"/>
            <a:ext cx="439690" cy="1545519"/>
          </a:xfrm>
          <a:prstGeom prst="bentConnector3">
            <a:avLst>
              <a:gd name="adj1" fmla="val 39473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DD5CFA7-F0E9-E93C-29F4-3C1D5C3C6B31}"/>
              </a:ext>
            </a:extLst>
          </p:cNvPr>
          <p:cNvCxnSpPr>
            <a:stCxn id="25" idx="3"/>
            <a:endCxn id="21" idx="1"/>
          </p:cNvCxnSpPr>
          <p:nvPr/>
        </p:nvCxnSpPr>
        <p:spPr>
          <a:xfrm>
            <a:off x="2011280" y="3457424"/>
            <a:ext cx="2064969" cy="84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B2FECB6-74D3-711A-343F-FDB01CDECA50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4651581" y="3465916"/>
            <a:ext cx="737479" cy="38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9AE07540-41C3-F7C0-5957-2231C614FA85}"/>
              </a:ext>
            </a:extLst>
          </p:cNvPr>
          <p:cNvCxnSpPr>
            <a:stCxn id="53" idx="3"/>
            <a:endCxn id="54" idx="1"/>
          </p:cNvCxnSpPr>
          <p:nvPr/>
        </p:nvCxnSpPr>
        <p:spPr>
          <a:xfrm>
            <a:off x="6072502" y="3469780"/>
            <a:ext cx="483697" cy="92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18159BBB-3BFF-04A2-C47A-D58AA9DD245E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7294487" y="3483762"/>
            <a:ext cx="40308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10D74B3-301B-41DD-AF87-14E44A93720F}"/>
              </a:ext>
            </a:extLst>
          </p:cNvPr>
          <p:cNvCxnSpPr>
            <a:stCxn id="55" idx="3"/>
            <a:endCxn id="56" idx="1"/>
          </p:cNvCxnSpPr>
          <p:nvPr/>
        </p:nvCxnSpPr>
        <p:spPr>
          <a:xfrm>
            <a:off x="8381013" y="3483762"/>
            <a:ext cx="264322" cy="61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9F9B73BE-E2AD-D40F-97FD-DAB3923E9DB4}"/>
              </a:ext>
            </a:extLst>
          </p:cNvPr>
          <p:cNvCxnSpPr>
            <a:stCxn id="59" idx="3"/>
            <a:endCxn id="61" idx="1"/>
          </p:cNvCxnSpPr>
          <p:nvPr/>
        </p:nvCxnSpPr>
        <p:spPr>
          <a:xfrm>
            <a:off x="10435425" y="3500918"/>
            <a:ext cx="387931" cy="57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551EAC07-356A-3D88-4EC0-71C6F8AF7FCC}"/>
              </a:ext>
            </a:extLst>
          </p:cNvPr>
          <p:cNvCxnSpPr>
            <a:stCxn id="54" idx="2"/>
            <a:endCxn id="62" idx="2"/>
          </p:cNvCxnSpPr>
          <p:nvPr/>
        </p:nvCxnSpPr>
        <p:spPr>
          <a:xfrm rot="5400000" flipH="1" flipV="1">
            <a:off x="8307640" y="2546312"/>
            <a:ext cx="542859" cy="3307455"/>
          </a:xfrm>
          <a:prstGeom prst="bentConnector3">
            <a:avLst>
              <a:gd name="adj1" fmla="val -220804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2041947-13C0-19BF-1942-90405F5BDDE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80171" y="354110"/>
            <a:ext cx="250780" cy="25078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F4F80035-B344-0E15-81FD-A486C96B2FF2}"/>
              </a:ext>
            </a:extLst>
          </p:cNvPr>
          <p:cNvSpPr txBox="1"/>
          <p:nvPr/>
        </p:nvSpPr>
        <p:spPr>
          <a:xfrm>
            <a:off x="7044151" y="364084"/>
            <a:ext cx="7569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00" dirty="0"/>
              <a:t>AWS</a:t>
            </a:r>
            <a:r>
              <a:rPr lang="zh-CN" altLang="en-US" sz="900" dirty="0"/>
              <a:t> </a:t>
            </a:r>
            <a:r>
              <a:rPr lang="en-US" altLang="zh-CN" sz="900" dirty="0"/>
              <a:t>Shield</a:t>
            </a:r>
            <a:endParaRPr lang="en-CN" sz="900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3844DCF-DF23-219E-A89E-B7E9EF8AFA68}"/>
              </a:ext>
            </a:extLst>
          </p:cNvPr>
          <p:cNvCxnSpPr>
            <a:cxnSpLocks/>
            <a:stCxn id="56" idx="3"/>
            <a:endCxn id="59" idx="1"/>
          </p:cNvCxnSpPr>
          <p:nvPr/>
        </p:nvCxnSpPr>
        <p:spPr>
          <a:xfrm>
            <a:off x="9383623" y="3489872"/>
            <a:ext cx="642540" cy="1104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848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7A66FF500996874C82AFAD94F0CB466D" ma:contentTypeVersion="10" ma:contentTypeDescription="新建文档。" ma:contentTypeScope="" ma:versionID="11da4902fd18a0eeaa67f7ee45a61630">
  <xsd:schema xmlns:xsd="http://www.w3.org/2001/XMLSchema" xmlns:xs="http://www.w3.org/2001/XMLSchema" xmlns:p="http://schemas.microsoft.com/office/2006/metadata/properties" xmlns:ns2="9ffabd7d-913c-432f-a1eb-ed33e5c6c563" xmlns:ns3="ef81c41e-a06f-46d8-8485-cbecbef2903d" targetNamespace="http://schemas.microsoft.com/office/2006/metadata/properties" ma:root="true" ma:fieldsID="860285901841ed312e4e494ff3d5f2d2" ns2:_="" ns3:_="">
    <xsd:import namespace="9ffabd7d-913c-432f-a1eb-ed33e5c6c563"/>
    <xsd:import namespace="ef81c41e-a06f-46d8-8485-cbecbef290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fabd7d-913c-432f-a1eb-ed33e5c6c5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图像标记" ma:readOnly="false" ma:fieldId="{5cf76f15-5ced-4ddc-b409-7134ff3c332f}" ma:taxonomyMulti="true" ma:sspId="37839dc8-c537-42b6-a5a9-a537040d25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81c41e-a06f-46d8-8485-cbecbef2903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a1a83bc-7c1e-4379-8ea8-88ae1b45b599}" ma:internalName="TaxCatchAll" ma:showField="CatchAllData" ma:web="ef81c41e-a06f-46d8-8485-cbecbef2903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ffabd7d-913c-432f-a1eb-ed33e5c6c563">
      <Terms xmlns="http://schemas.microsoft.com/office/infopath/2007/PartnerControls"/>
    </lcf76f155ced4ddcb4097134ff3c332f>
    <TaxCatchAll xmlns="ef81c41e-a06f-46d8-8485-cbecbef2903d" xsi:nil="true"/>
  </documentManagement>
</p:properties>
</file>

<file path=customXml/itemProps1.xml><?xml version="1.0" encoding="utf-8"?>
<ds:datastoreItem xmlns:ds="http://schemas.openxmlformats.org/officeDocument/2006/customXml" ds:itemID="{C6AC2BD8-0766-439E-9DC0-906F04149547}"/>
</file>

<file path=customXml/itemProps2.xml><?xml version="1.0" encoding="utf-8"?>
<ds:datastoreItem xmlns:ds="http://schemas.openxmlformats.org/officeDocument/2006/customXml" ds:itemID="{3090D54F-FBF0-4E89-8A62-AAC7A46DB2D0}"/>
</file>

<file path=customXml/itemProps3.xml><?xml version="1.0" encoding="utf-8"?>
<ds:datastoreItem xmlns:ds="http://schemas.openxmlformats.org/officeDocument/2006/customXml" ds:itemID="{2C073649-2535-45C4-9504-F028165F0946}"/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63</Words>
  <Application>Microsoft Macintosh PowerPoint</Application>
  <PresentationFormat>Widescreen</PresentationFormat>
  <Paragraphs>35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Zhao Ma</dc:creator>
  <cp:lastModifiedBy>Zhao Ma</cp:lastModifiedBy>
  <cp:revision>110</cp:revision>
  <dcterms:created xsi:type="dcterms:W3CDTF">2025-01-10T06:57:13Z</dcterms:created>
  <dcterms:modified xsi:type="dcterms:W3CDTF">2025-03-26T00:59:11Z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0x0101007A66FF500996874C82AFAD94F0CB466D</vt:lpwstr>
  </property>
</Properties>
</file>